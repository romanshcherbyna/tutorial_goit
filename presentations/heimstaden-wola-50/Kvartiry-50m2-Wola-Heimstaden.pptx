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Подборка собрана по каталогу oferty.heimstaden.pl. Фильтр: Варшава, район Воля, площадь от 50 м². Цены по запросу — в презентацию не включены.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159 квартир Heimstaden в Варшаве: Прага-Полудне 53, Влохы 46, Мокотув 35, Воля 24, Прага-Пулноц 1. Под критерий «Воля, от 50 м²» подходит только Grzybowska 49, кв. 0104.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Договор напрямую с собственником, без комиссии. Питомцы разрешены. Возможна регистрация (zameldowanie) по договору найма.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Ссылка на объявление: https://oferty.heimstaden.pl/warszawa/offers/42216-2-pokojowe-5099-m2-balkon-internet-w-cenie-bezposrednio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B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Tutorial_GoIT/presentations/heimstaden-wola-50/photos/0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HEIMSTADEN · ВАРШАВА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1783080"/>
            <a:ext cx="5349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Квартиры от 50 м²</a:t>
            </a:r>
            <a:endParaRPr lang="en-US" sz="37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районе Воля</a:t>
            </a:r>
            <a:endParaRPr lang="en-US" sz="37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37033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9C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подборка предложений Heimstaden на Воле площадью от 50 м². Все фотографии, планировка и оснащение — в одном документе.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5394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на 26 августа 2026 г.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ПОДБОРА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Воле под критерий подходит одна квартира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2057400"/>
          </a:xfrm>
          <a:prstGeom prst="roundRect">
            <a:avLst>
              <a:gd name="adj" fmla="val 5333"/>
            </a:avLst>
          </a:prstGeom>
          <a:solidFill>
            <a:srgbClr val="F1ECE6"/>
          </a:solidFill>
          <a:ln w="12700">
            <a:solidFill>
              <a:srgbClr val="F1EC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2880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6974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 Heimstaden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Воле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29184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Grzybowska 49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429000" cy="2057400"/>
          </a:xfrm>
          <a:prstGeom prst="roundRect">
            <a:avLst>
              <a:gd name="adj" fmla="val 5333"/>
            </a:avLst>
          </a:prstGeom>
          <a:solidFill>
            <a:srgbClr val="F1ECE6"/>
          </a:solidFill>
          <a:ln w="12700">
            <a:solidFill>
              <a:srgbClr val="F1EC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82880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6974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квартиры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доме доступны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29184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студии и 2-комнатные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429000" cy="2057400"/>
          </a:xfrm>
          <a:prstGeom prst="roundRect">
            <a:avLst>
              <a:gd name="adj" fmla="val 5333"/>
            </a:avLst>
          </a:prstGeom>
          <a:solidFill>
            <a:srgbClr val="F1ECE6"/>
          </a:solidFill>
          <a:ln w="12700">
            <a:solidFill>
              <a:srgbClr val="F1EC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6760" y="182880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6974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квартира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50 м²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329184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50,99 м², 2 комнаты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114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отбирали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52628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Heimstaden по Варшаве — 159 квартир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них в районе Воля — 24 (все по адресу Grzybowska 49)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Площадь от 50 м² — одна квартира, m0104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0" y="411480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F1EC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20840" y="42793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ещё есть на Воле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46634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Остальные 23 квартиры в этом же доме — меньше по площади: 2-комнатные 40,7–41,8 м² и студии 30,3–38,9 м². Если снять ограничение «от 50 м²», подборку можно расширить.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Tutorial_GoIT/presentations/heimstaden-wola-50/photos/0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55080" y="0"/>
            <a:ext cx="583661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4630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 1 ИЗ 1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54864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50,99 м²</a:t>
            </a:r>
            <a:endParaRPr lang="en-US" sz="34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комнаты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7830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ул. Гжибовска 49, кв. 0104 · Варшава, Воля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377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Площадь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23774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50,99 м²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834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Комнаты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2743200" y="28346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Гостиная с кухней + спальня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2918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Этаж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2743200" y="32918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1-й, дом с лифтом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7490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постройки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2743200" y="37490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42062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Балкон / лоджия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2743200" y="42062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Есть, 5,34 м²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4663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Кондиционер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2743200" y="46634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5120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Интернет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2743200" y="51206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Включён, до 550 Мбит/с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55778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Доступна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2743200" y="55778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26 августа 2026 г.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C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ПЛАНИРОВКА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m0104 · 1-й этаж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766560" y="411480"/>
            <a:ext cx="4754880" cy="60350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/home/user/Tutorial_GoIT/presentations/heimstaden-wola-50/photos/0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03720" y="548640"/>
            <a:ext cx="4480560" cy="5760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55064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207008" y="16002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Прихожая и кухонная зона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16002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9,13 м²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368296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2368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207008" y="23134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Гостиная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231343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23,67 м²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3081528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40080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207008" y="302666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Ванная комната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0" y="302666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7,45 м²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3794760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4008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207008" y="373989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Спальня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373989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10,72 м²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0080" y="4507992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40080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207008" y="44531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Лоджия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0" y="445312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5,34 м²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53492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Нумерация соответствует плану справа. Кухня открыта в гостиную, спальня изолированная, со встроенным шкафом. Размеры на плане ориентировочные.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B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Tutorial_GoIT/presentations/heimstaden-wola-50/photos/0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1C1B19">
              <a:alpha val="82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40080" y="577900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Гостиная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621792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23,67 м², большие окна в пол, выход на лоджию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B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Tutorial_GoIT/presentations/heimstaden-wola-50/photos/0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1C1B19">
              <a:alpha val="82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40080" y="577900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Гостиная и обеденная зона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621792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Справа — вход в изолированную спальню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B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Tutorial_GoIT/presentations/heimstaden-wola-50/photos/0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1C1B19">
              <a:alpha val="82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40080" y="577900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Кухня, открытая в гостиную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621792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Индукционная плита, духовка, вытяжка, посудомоечная машина, холодильник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ФОТОГАЛЕРЕЯ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Спальня и ванная комната</a:t>
            </a:r>
            <a:endParaRPr lang="en-US" sz="3400" dirty="0"/>
          </a:p>
        </p:txBody>
      </p:sp>
      <p:pic>
        <p:nvPicPr>
          <p:cNvPr id="4" name="Image 0" descr="/home/user/Tutorial_GoIT/presentations/heimstaden-wola-50/photos/0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08760"/>
            <a:ext cx="5394960" cy="3611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523036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Спальня · 10,72 м²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54126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Кровать 160 × 200 см, встроенный шкаф, прикроватные тумбы</a:t>
            </a:r>
            <a:endParaRPr lang="en-US" sz="1200" dirty="0"/>
          </a:p>
        </p:txBody>
      </p:sp>
      <p:pic>
        <p:nvPicPr>
          <p:cNvPr id="7" name="Image 1" descr="/home/user/Tutorial_GoIT/presentations/heimstaden-wola-50/photos/06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55080" y="1508760"/>
            <a:ext cx="5193792" cy="36118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355080" y="5230368"/>
            <a:ext cx="5193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Ванная комната · 7,45 м²</a:t>
            </a:r>
            <a:endParaRPr lang="en-US" sz="1350" dirty="0"/>
          </a:p>
        </p:txBody>
      </p:sp>
      <p:sp>
        <p:nvSpPr>
          <p:cNvPr id="9" name="Text 5"/>
          <p:cNvSpPr txBox="1"/>
          <p:nvPr/>
        </p:nvSpPr>
        <p:spPr>
          <a:xfrm>
            <a:off x="6355080" y="5541264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Ванна, раковина с тумбой, стиральная машина, полотенцесушитель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B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Tutorial_GoIT/presentations/heimstaden-wola-50/photos/0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1C1B19">
              <a:alpha val="82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40080" y="577900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Прихожая и кухонный блок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621792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Встроенные шкафы, видеодомофон, кондиционер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B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Tutorial_GoIT/presentations/heimstaden-wola-50/photos/0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1C1B19">
              <a:alpha val="82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40080" y="577900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Grzybowska 49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621792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 2022 года: ресепшн, круглосуточная охрана, велопарковка, зелёный внутренний двор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ОСНАЩЕНИЕ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Квартира сдаётся полностью меблированной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1ECE6"/>
          </a:solidFill>
          <a:ln w="12700">
            <a:solidFill>
              <a:srgbClr val="F1EC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56232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1965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Кухня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167128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Индукционная плита, духовка, вытяжка, посудомоечная машина, холодильник с морозильной камерой, обеденный стол со стульями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60020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1ECE6"/>
          </a:solidFill>
          <a:ln w="12700">
            <a:solidFill>
              <a:srgbClr val="F1EC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1856232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2940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81965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Гостиная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167128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Диван, тумба под ТВ, встроенные шкафы, окна в пол с выходом на лоджию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20040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1ECE6"/>
          </a:solidFill>
          <a:ln w="12700">
            <a:solidFill>
              <a:srgbClr val="F1EC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456432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41985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Спальня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767328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Кровать 160 × 200 см с матрасом, шкаф, прикроватные тумбы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55080" y="320040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1ECE6"/>
          </a:solidFill>
          <a:ln w="12700">
            <a:solidFill>
              <a:srgbClr val="F1EC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3456432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29400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341985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Ванная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3767328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Ванна, раковина с тумбой, стиральная машина, полотенцесушитель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80060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1ECE6"/>
          </a:solidFill>
          <a:ln w="12700">
            <a:solidFill>
              <a:srgbClr val="F1EC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5056632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" y="5056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502005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квартире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5367528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Кондиционер, интернет до 550 Мбит/с в стоимости аренды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55080" y="480060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1ECE6"/>
          </a:solidFill>
          <a:ln w="12700">
            <a:solidFill>
              <a:srgbClr val="F1EC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29400" y="5056632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629400" y="5056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0" y="502005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доме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5367528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Лифт, ресепшн, круглосуточная охрана, велопарковка, подземный гараж (по запросу)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Tutorial_GoIT/presentations/heimstaden-wola-50/photos/0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12064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0" y="60350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ЛОКАЦИЯ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669280" y="100584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B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Историческая Воля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669280" y="17830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Между Browary Warszawskie и Fabryka Norblina, в окружении новых офисных кварталов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669280" y="2624328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66928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236208" y="260604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Метро Rondo Daszyńskiego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236208" y="293522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линия M2, несколько минут пешком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0" y="3374136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669280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236208" y="335584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Browary Warszawskie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236208" y="368503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рестораны, магазины, площадь с фонтанами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0" y="4123944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669280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236208" y="410565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Fabryka Norblina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236208" y="44348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кинотеатр, фудкорт, рынок и музей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669280" y="4873752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669280" y="4873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236208" y="4855464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Деловой центр Воли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236208" y="518464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Warsaw Unit, Skyliner, Generation Park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669280" y="5623560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669280" y="5623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236208" y="560527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 города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236208" y="593445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Дворец культуры — около 2 км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B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Tutorial_GoIT/presentations/heimstaden-wola-50/photos/0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0" y="0"/>
            <a:ext cx="5333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1371600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Grzybowska 49 · кв. 0104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22860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9C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Единственная квартира Heimstaden на Воле от 50 м²: двухкомнатная, 50,99 м², с лоджией и кондиционером, свободна с 26 августа 2026 года.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3657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Объявление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3657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oferty.heimstaden.pl · № 42216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2245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3D-тур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37744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my.matterport.com/show/?m=QdbufVrYA3d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79145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377440" y="479145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+48 884 204 735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535838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Почта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2377440" y="53583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witaj@heimstaden.pl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60350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Аренда напрямую от собственника, без комиссии · Питомцы разрешены · Данные и наличие — на 26.08.2026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Квартиры от 50 м² на Воле — Heimstaden, Варшава</dc:title>
  <dc:subject>PptxGenJS Presentation</dc:subject>
  <dc:creator>Heimstaden offer digest</dc:creator>
  <cp:lastModifiedBy>Heimstaden offer digest</cp:lastModifiedBy>
  <cp:revision>1</cp:revision>
  <dcterms:created xsi:type="dcterms:W3CDTF">2026-08-26T10:13:55Z</dcterms:created>
  <dcterms:modified xsi:type="dcterms:W3CDTF">2026-08-26T10:13:55Z</dcterms:modified>
</cp:coreProperties>
</file>